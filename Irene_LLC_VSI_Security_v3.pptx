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54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evidence edition — includes real Splunk screenshots, attack summaries, dashboards, and project summary from VSI's March 25, 2020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shows: Table of HTTP Methods GET/POST/HEAD, Report of Top 10 Domains Related to VSI Website, and line chart showing HTTP Response Code counts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International Activity alert — baseline 45, threshold 55. Right: HTTP Post alert — baseline 2, threshold 5. Both thresholds set to minimize false positives while catching malicious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Apache dashboard shows: HTTP Methods bar chart (Splunk), HTTP Activity by Country geo map, Top 10 Countries for HTTP Activity bar chart, and URL pie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reports show: Signature ID table with event details, Severity Level count/percentage breakdown, and comparison between successful and failed login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dashboards compare before/after attack: timechart shows spike in user activity on March 25; pie chart shows distribution of user accounts 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Splunk screenshots showing Windows attack log search results: account lockout signatures, password reset attempts, and successful login anomalies detected on March 25,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Apache attack log screenshots show: HTTP POST spike to /VSI_Account_logon.php, 1,296 total POST requests, top countries showing Ukraine with highest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Apache attack summary from images 13, 14, and 15. Attack originated from Ukraine targeting the VSI account login page with 1,296 POST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attack summary from images 8–11. Three users impacted on March 25, 2020. User_J's account was fully compromised (successful unauthorized login).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 summary from image 19. Covers all three compromised users, attack origin (Ukraine), and overall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5760720" y="274320"/>
            <a:ext cx="3017520" cy="3017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47472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474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IRENE LLC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Defensive Security Solution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8470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</a:rPr>
              <a:t>Virtual Space Industries (VSI) — Full Evidence Edition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C0"/>
                </a:solidFill>
              </a:rPr>
              <a:t>SOC Analyst Team  |  Splunk SIEM  |  Vagrant VM + Docker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816352"/>
            <a:ext cx="502920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29992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A0C0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2369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Splunk SIEM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29992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A0C0"/>
                </a:solidFill>
              </a:rPr>
              <a:t>ENV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91840" y="32369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Vagrant VM + Docker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29992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A0C0"/>
                </a:solidFill>
              </a:rPr>
              <a:t>ATTACK DATE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0" y="32369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March 25, 2020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FA0C0"/>
                </a:solidFill>
              </a:rPr>
              <a:t>Protecting VSI's network from cyberattacks that interrupt business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Presentation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926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02412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Reports — Apache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31673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HTTP Methods, Top 10 Domains &amp; HTTP Response Code reports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9222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Images of Reports — Apache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13969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Real Splunk screenshots: HTTP Methods table, Top Domains, Response chart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1518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7004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Alerts — Apache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96265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International Activity (baseline 45, threshold 55) &amp; HTTP Post (baseline 2, threshold 5)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49300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Dashboards — Apache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78561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HTTP Methods, Geo Map, Top 10 Countries, URL Chart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26110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26110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3159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Reports &amp; Dashboards — Windows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60857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Signatures, Severity Levels, Success/Failed Activities; Timechart &amp; Pie charts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3168" y="96926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73168" y="96926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96926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13248" y="102412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Screenshots — Windows Attack Logs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131673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Real Splunk search results from March 25, 2020 attack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73168" y="179222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73168" y="179222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73168" y="179222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13248" y="184708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Screenshots — Apache Attack Logs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3248" y="213969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Real Splunk search results showing Ukraine-origin brute force attack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73168" y="261518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73168" y="261518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261518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13248" y="267004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Attack Summary — Apache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13248" y="296265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1,296 POST requests from Ukraine; firewall &amp; mitigation recommendations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73168" y="343814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73168" y="343814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73168" y="343814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13248" y="349300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Attack Summary — Windows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13248" y="378561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User_A locked out, User_K password reset, User_J successful login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73168" y="4261104"/>
            <a:ext cx="41879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73168" y="4261104"/>
            <a:ext cx="548640" cy="749808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73168" y="426110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13248" y="43159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Project 3 Summary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13248" y="460857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C0"/>
                </a:solidFill>
              </a:rPr>
              <a:t>Overall findings and final recommendations from Irene LLC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Reports — Apache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Designed the following reports to monitor VSI's Apache web server:</a:t>
            </a:r>
            <a:endParaRPr lang="en-US" sz="1200" dirty="0"/>
          </a:p>
        </p:txBody>
      </p:sp>
      <p:pic>
        <p:nvPicPr>
          <p:cNvPr id="6" name="Image 0" descr="/mnt/user-data/upload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5029200" cy="301752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669280" y="187452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69280" y="1874520"/>
            <a:ext cx="164592" cy="914400"/>
          </a:xfrm>
          <a:prstGeom prst="roundRect">
            <a:avLst>
              <a:gd name="adj" fmla="val 22222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1947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HTTP Methods Report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225856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C0"/>
                </a:solidFill>
              </a:rPr>
              <a:t>GET, POST, HEAD — identifies type of HTTP activity against VSI's web server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898648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69280" y="2898648"/>
            <a:ext cx="164592" cy="914400"/>
          </a:xfrm>
          <a:prstGeom prst="roundRect">
            <a:avLst>
              <a:gd name="adj" fmla="val 22222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78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Top 10 Domains Report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328269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C0"/>
                </a:solidFill>
              </a:rPr>
              <a:t>Identifies suspicious referrer websites linking to VSI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3922776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0" y="3922776"/>
            <a:ext cx="164592" cy="914400"/>
          </a:xfrm>
          <a:prstGeom prst="roundRect">
            <a:avLst>
              <a:gd name="adj" fmla="val 22222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97880" y="3995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HTTP Response Code Report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430682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C0"/>
                </a:solidFill>
              </a:rPr>
              <a:t>Identifies suspicious levels of HTTP responses (4xx, 5xx spikes)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Images of Reports — Apache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0D9"/>
                </a:solidFill>
              </a:rPr>
              <a:t>Real Splunk screenshots from VSI's Apache web server logs</a:t>
            </a:r>
            <a:endParaRPr lang="en-US" sz="1000" dirty="0"/>
          </a:p>
        </p:txBody>
      </p:sp>
      <p:pic>
        <p:nvPicPr>
          <p:cNvPr id="6" name="Image 0" descr="/mnt/user-data/upload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8229600" cy="333756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Alerts — Apache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Designed the following alerts with justified baselines and thresholds:</a:t>
            </a:r>
            <a:endParaRPr lang="en-US" sz="1100" dirty="0"/>
          </a:p>
        </p:txBody>
      </p:sp>
      <p:pic>
        <p:nvPicPr>
          <p:cNvPr id="6" name="Image 0" descr="/mnt/user-data/upload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4297680" cy="3218688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Image 1" descr="/mnt/user-data/uploads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91640"/>
            <a:ext cx="4297680" cy="3218688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Dashboards — Apache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0D9"/>
                </a:solidFill>
              </a:rPr>
              <a:t>HTTP Methods  |  HTTP Activity by Country (Geo Map)  |  Top 10 Countries  |  URL Chart</a:t>
            </a:r>
            <a:endParaRPr lang="en-US" sz="1000" dirty="0"/>
          </a:p>
        </p:txBody>
      </p:sp>
      <p:pic>
        <p:nvPicPr>
          <p:cNvPr id="6" name="Image 0" descr="/mnt/user-data/upload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8229600" cy="333756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Images of Reports — Windows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90D9"/>
                </a:solidFill>
              </a:rPr>
              <a:t>Table of Signatures &amp; Signature IDs  |  Severity Levels Count &amp; Percentage  |  Comparison: Success vs Failed Activities</a:t>
            </a:r>
            <a:endParaRPr lang="en-US" sz="950" dirty="0"/>
          </a:p>
        </p:txBody>
      </p:sp>
      <p:pic>
        <p:nvPicPr>
          <p:cNvPr id="6" name="Image 0" descr="/mnt/user-data/upload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8229600" cy="333756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05 cont.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Dashboards — Windows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90D9"/>
                </a:solidFill>
              </a:rPr>
              <a:t>Timechart Different User Field (Before &amp; After Attack)  |  Count of Different Users Pie Chart (Before &amp; After Attack)</a:t>
            </a:r>
            <a:endParaRPr lang="en-US" sz="950" dirty="0"/>
          </a:p>
        </p:txBody>
      </p:sp>
      <p:pic>
        <p:nvPicPr>
          <p:cNvPr id="6" name="Image 0" descr="/mnt/user-data/upload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8229600" cy="333756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Screenshots — Windows Attack Logs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90D9"/>
                </a:solidFill>
              </a:rPr>
              <a:t>Splunk search results — sourcetype=windows_server_attack_logs  |  Attack Date: March 25, 2020</a:t>
            </a:r>
            <a:endParaRPr lang="en-US" sz="950" dirty="0"/>
          </a:p>
        </p:txBody>
      </p:sp>
      <p:pic>
        <p:nvPicPr>
          <p:cNvPr id="6" name="Image 0" descr="/mnt/user-data/upload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8229600" cy="333756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Screenshots — Apache Attack Logs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90D9"/>
                </a:solidFill>
              </a:rPr>
              <a:t>Splunk search results — sourcetype=apache_attack_logs  |  Attack Date: March 25, 2020  |  Origin: Ukraine</a:t>
            </a:r>
            <a:endParaRPr lang="en-US" sz="950" dirty="0"/>
          </a:p>
        </p:txBody>
      </p:sp>
      <p:pic>
        <p:nvPicPr>
          <p:cNvPr id="6" name="Image 0" descr="/mnt/user-data/upload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8229600" cy="160020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Image 1" descr="/mnt/user-data/uploads/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7560"/>
            <a:ext cx="8229600" cy="1600200"/>
          </a:xfrm>
          <a:prstGeom prst="rect">
            <a:avLst/>
          </a:prstGeom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Attack Summary — Apache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8463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Findings from Reports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4572000" cy="2743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▸  </a:t>
            </a:r>
            <a:r>
              <a:rPr lang="en-US" sz="1000" dirty="0">
                <a:solidFill>
                  <a:srgbClr val="1A2340"/>
                </a:solidFill>
              </a:rPr>
              <a:t>Attack on March 25, 2020 — originated from Kyiv &amp; Kharvive, Ukraine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3288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▸  </a:t>
            </a:r>
            <a:r>
              <a:rPr lang="en-US" sz="1000" dirty="0">
                <a:solidFill>
                  <a:srgbClr val="1A2340"/>
                </a:solidFill>
              </a:rPr>
              <a:t>1,296 HTTP POST requests to /VSI_Account_logon.php (brute force)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9981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▸  </a:t>
            </a:r>
            <a:r>
              <a:rPr lang="en-US" sz="1000" dirty="0">
                <a:solidFill>
                  <a:srgbClr val="1A2340"/>
                </a:solidFill>
              </a:rPr>
              <a:t>438 events from Kyiv, Ukraine; 433 events from Kharvive, Ukraine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666744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▸  </a:t>
            </a:r>
            <a:r>
              <a:rPr lang="en-US" sz="1000" dirty="0">
                <a:solidFill>
                  <a:srgbClr val="1A2340"/>
                </a:solidFill>
              </a:rPr>
              <a:t>Attack ran from 2:00 PM to 5:00 PM on March 25, 2020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233672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▸  </a:t>
            </a:r>
            <a:r>
              <a:rPr lang="en-US" sz="1000" dirty="0">
                <a:solidFill>
                  <a:srgbClr val="1A2340"/>
                </a:solidFill>
              </a:rPr>
              <a:t>Ukraine had the most international traffic during the attack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1463040"/>
            <a:ext cx="3246120" cy="34747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50992" y="1572768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Irene LLC Recommendations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50992" y="1874520"/>
            <a:ext cx="2999232" cy="2743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50992" y="1965960"/>
            <a:ext cx="2999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✔  </a:t>
            </a:r>
            <a:r>
              <a:rPr lang="en-US" sz="950" dirty="0">
                <a:solidFill>
                  <a:srgbClr val="FFFFFF"/>
                </a:solidFill>
              </a:rPr>
              <a:t>Block ALL HTTP traffic from Kyiv &amp; Kharvive, Ukraine via firewall rules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50992" y="2770632"/>
            <a:ext cx="2999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✔  </a:t>
            </a:r>
            <a:r>
              <a:rPr lang="en-US" sz="950" dirty="0">
                <a:solidFill>
                  <a:srgbClr val="FFFFFF"/>
                </a:solidFill>
              </a:rPr>
              <a:t>Block any IP generating 5+ POST requests to /VSI_Account_logon.php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50992" y="3575304"/>
            <a:ext cx="2999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✔  </a:t>
            </a:r>
            <a:r>
              <a:rPr lang="en-US" sz="950" dirty="0">
                <a:solidFill>
                  <a:srgbClr val="FFFFFF"/>
                </a:solidFill>
              </a:rPr>
              <a:t>Threshold of 55 for international activity was correct — avoid false positives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50992" y="4379976"/>
            <a:ext cx="2999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✔  </a:t>
            </a:r>
            <a:r>
              <a:rPr lang="en-US" sz="950" dirty="0">
                <a:solidFill>
                  <a:srgbClr val="FFFFFF"/>
                </a:solidFill>
              </a:rPr>
              <a:t>HTTP Post threshold of 5 was correct (baseline 1–2/hr)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Attack Summary — Windows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3070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User_A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20240" y="1618488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0" y="16184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LOCKED OUT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21208" y="210312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Account locked out due to brute force password attempts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Detected: 12:00 AM – 3:00 AM, March 25, 2020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Signature: 'A user account was locked out' peaked at 896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3070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527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User_K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1618488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6184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PASSWORD RESET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01568" y="210312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Suspicious password reset attempts detected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Detected: 8:00 AM – 11:00 AM, March 25, 2020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Signature: 'Attempt to reset account password' peaked at 1,256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50876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3070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15087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1527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User_J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0960" y="1618488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16184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COMPROMISED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81928" y="210312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Successful unauthorized login — account stolen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Detected: 10:50 AM – 12:30 PM, March 25, 2020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Signature: 'Account successfully logged on' peaked at 196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822192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1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Irene LLC Recommendations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✔ </a:t>
            </a:r>
            <a:r>
              <a:rPr lang="en-US" sz="900" dirty="0">
                <a:solidFill>
                  <a:srgbClr val="FFFFFF"/>
                </a:solidFill>
              </a:rPr>
              <a:t>Lock accounts after 5 incorrect attempts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4165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✔ </a:t>
            </a:r>
            <a:r>
              <a:rPr lang="en-US" sz="900" dirty="0">
                <a:solidFill>
                  <a:srgbClr val="FFFFFF"/>
                </a:solidFill>
              </a:rPr>
              <a:t>Block IP after 2 consecutive lockouts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6451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✔ </a:t>
            </a:r>
            <a:r>
              <a:rPr lang="en-US" sz="900" dirty="0">
                <a:solidFill>
                  <a:srgbClr val="FFFFFF"/>
                </a:solidFill>
              </a:rPr>
              <a:t>Limit password reset attempts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41879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✔ </a:t>
            </a:r>
            <a:r>
              <a:rPr lang="en-US" sz="900" dirty="0">
                <a:solidFill>
                  <a:srgbClr val="FFFFFF"/>
                </a:solidFill>
              </a:rPr>
              <a:t>Enforce MFA on all accounts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4165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✔ </a:t>
            </a:r>
            <a:r>
              <a:rPr lang="en-US" sz="900" dirty="0">
                <a:solidFill>
                  <a:srgbClr val="FFFFFF"/>
                </a:solidFill>
              </a:rPr>
              <a:t>Blacklist IPs with 3+ bad logins from non-VSI addresses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Project 3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0D9"/>
                </a:solidFill>
              </a:rPr>
              <a:t>Overall findings from the March 25, 2020 attack on Virtual Space Industries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795528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🏢 Scope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Several VSI users impacted during the March 25, 2020 coordinated attack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340864"/>
            <a:ext cx="7955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34086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🔑 User_K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34086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Password reset attempt — no evidence attacker was successful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852928"/>
            <a:ext cx="795528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8529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🔒 User_A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85292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Account locked out — attacker brute-forced to steal account credentials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7955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3649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⚠️ User_J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36499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Account fully COMPROMISED — attacker successfully logged in and stole account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877056"/>
            <a:ext cx="795528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87705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👥 Other Users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87705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Multiple accounts had credentials created or changed during the attack window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389120"/>
            <a:ext cx="7955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🌍 Origin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43891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Most attack traffic originated from Ukraine — firewall rule to block HTTP traffic from Ukraine recommended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3200400" y="3200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Irene LLC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</a:rPr>
              <a:t>Securing VSI — One Log at a Time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828800" y="1609344"/>
            <a:ext cx="548640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71600" y="18288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✔  Apache Reports, Alerts &amp; Dashboard — Analyzed &amp; Documented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23317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✔  Windows Reports, Alerts &amp; Dashboard — Analyzed &amp; Documented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83464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✔  Screenshots of Real Splunk Attack Logs Embedded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333756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✔  Attack Summaries (Apache &amp; Windows) — Findings &amp; Recommendations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384048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✔  Project 3 Overall Summary — Ukraine origin, 3 users impacted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1248</Words>
  <Application>Microsoft Office PowerPoint</Application>
  <PresentationFormat>On-screen Show (16:9)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VSI Defensive Security Solution v3 – With Screenshots</dc:title>
  <dc:subject>PptxGenJS Presentation</dc:subject>
  <dc:creator>Irene LLC</dc:creator>
  <cp:lastModifiedBy>Irene Adesina</cp:lastModifiedBy>
  <cp:revision>1</cp:revision>
  <dcterms:created xsi:type="dcterms:W3CDTF">2026-06-24T22:14:22Z</dcterms:created>
  <dcterms:modified xsi:type="dcterms:W3CDTF">2026-06-24T22:33:51Z</dcterms:modified>
</cp:coreProperties>
</file>